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/>
            </a:pPr>
            <a:r>
              <a:t>Error Analysis of POS Taggers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NLP Final Project</a:t>
            </a:r>
          </a:p>
          <a:p>
            <a:r>
              <a:t>Implementation, Survey, Analysis, and Innovations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Survey Done (Literature Review)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Conducted comprehensive literature review of POS tagging architectures.</a:t>
            </a:r>
          </a:p>
          <a:p>
            <a:pPr>
              <a:defRPr sz="2000"/>
            </a:pPr>
            <a:r>
              <a:t>NLTK (Averaged Perceptron): Statistical baseline, relies on Penn Treebank tagset mapping.</a:t>
            </a:r>
          </a:p>
          <a:p>
            <a:pPr>
              <a:defRPr sz="2000"/>
            </a:pPr>
            <a:r>
              <a:t>spaCy (en_core_web_sm): CNN-based neural approach, robust and fast.</a:t>
            </a:r>
          </a:p>
          <a:p>
            <a:pPr>
              <a:defRPr sz="2000"/>
            </a:pPr>
            <a:r>
              <a:t>Stanza: BiLSTM + CRF architecture trained directly on Universal Dependencies.</a:t>
            </a:r>
          </a:p>
          <a:p>
            <a:pPr>
              <a:defRPr sz="2000"/>
            </a:pPr>
            <a:r>
              <a:t>BERT (HuggingFace): Contextual Transformer fine-tuned on UPOS.</a:t>
            </a:r>
          </a:p>
          <a:p>
            <a:pPr>
              <a:defRPr sz="2000"/>
            </a:pPr>
            <a:r>
              <a:t>Key insight: Transformer architectures handle context well but struggle with OOV domain shifts.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Dataset: Universal Dependencies English EWT (~204,000 train tokens).</a:t>
            </a:r>
          </a:p>
          <a:p>
            <a:pPr>
              <a:defRPr sz="2000"/>
            </a:pPr>
            <a:r>
              <a:t>Pipeline Architecture: Created a unified interface to evaluate 4 distinct tagging models.</a:t>
            </a:r>
          </a:p>
          <a:p>
            <a:pPr>
              <a:defRPr sz="2000"/>
            </a:pPr>
            <a:r>
              <a:t>Integration of multiple taggers (NLTK, spaCy, Stanza, BERT) into a single rigorous test bench.</a:t>
            </a:r>
          </a:p>
          <a:p>
            <a:pPr>
              <a:defRPr sz="2000"/>
            </a:pPr>
            <a:r>
              <a:t>Developed custom Data Loaders for CoNLL-U format datasets.</a:t>
            </a:r>
          </a:p>
          <a:p>
            <a:pPr>
              <a:defRPr sz="2000"/>
            </a:pPr>
            <a:r>
              <a:t>Automated the metric tracking: precision, recall, and F1 across all Universal POS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Analysis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Six Dimensions of Analysis:</a:t>
            </a:r>
          </a:p>
          <a:p>
            <a:pPr>
              <a:defRPr sz="2000"/>
            </a:pPr>
            <a:r>
              <a:t>1. Overall Accuracy: BERT &amp; Stanza outperformed statistical baselines.</a:t>
            </a:r>
          </a:p>
          <a:p>
            <a:pPr>
              <a:defRPr sz="2000"/>
            </a:pPr>
            <a:r>
              <a:t>2. Per-Tag F1: Identified inherently hard tags (e.g., ADJ vs VERB vs NOUN).</a:t>
            </a:r>
          </a:p>
          <a:p>
            <a:pPr>
              <a:defRPr sz="2000"/>
            </a:pPr>
            <a:r>
              <a:t>3. Confusion Matrices: Quantified which UPOS categories are frequently confused.</a:t>
            </a:r>
          </a:p>
          <a:p>
            <a:pPr>
              <a:defRPr sz="2000"/>
            </a:pPr>
            <a:r>
              <a:t>4. Out of Vocabulary (OOV): Analyzed error rates on unseen words.</a:t>
            </a:r>
          </a:p>
          <a:p>
            <a:pPr>
              <a:defRPr sz="2000"/>
            </a:pPr>
            <a:r>
              <a:t>5. Frequency &amp; Position: Evaluated errors by word frequency and sentence position.</a:t>
            </a:r>
          </a:p>
          <a:p>
            <a:pPr>
              <a:defRPr sz="2000"/>
            </a:pPr>
            <a:r>
              <a:t>6. Lexical Ambiguity: Assessed models' ability to resolve multi-tag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Majority-Vote Ensemble: Improved overall accuracy by combining predictions from all four distinct architectures.</a:t>
            </a:r>
          </a:p>
          <a:p>
            <a:pPr>
              <a:defRPr sz="2000"/>
            </a:pPr>
            <a:r>
              <a:t>2. Comprehensive Error Taxonomy: Manually categorized errors into: OOV, Lexical Ambiguity, Proper Nouns, and Punctuation.</a:t>
            </a:r>
          </a:p>
          <a:p>
            <a:pPr>
              <a:defRPr sz="2000"/>
            </a:pPr>
            <a:r>
              <a:t>3. Hard-Case Extraction: Isolated challenging tokens where ALL four taggers failed simultaneously.</a:t>
            </a:r>
          </a:p>
          <a:p>
            <a:pPr>
              <a:defRPr sz="2000"/>
            </a:pPr>
            <a:r>
              <a:t>4. Error Breakdown: Detailed cross-model overlap analysis (how many models failed per token).</a:t>
            </a:r>
          </a:p>
          <a:p>
            <a:pPr>
              <a:defRPr sz="2000"/>
            </a:pPr>
            <a:r>
              <a:t>5. Dashboard App: A full-stack Next.js dashboard providing dynamic visual analytics over the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Successfully developed an end-to-end evaluation pipeline for POS Taggers.</a:t>
            </a:r>
          </a:p>
          <a:p>
            <a:pPr>
              <a:defRPr sz="2000"/>
            </a:pPr>
            <a:r>
              <a:t>Revealed specific weaknesses in modern NLP models (e.g., lexical ambiguity constraints).</a:t>
            </a:r>
          </a:p>
          <a:p>
            <a:pPr>
              <a:defRPr sz="2000"/>
            </a:pPr>
            <a:r>
              <a:t>The ensemble approach highlighted the value of model diversity.</a:t>
            </a:r>
          </a:p>
          <a:p>
            <a:pPr>
              <a:defRPr sz="2000"/>
            </a:pPr>
            <a:r>
              <a:t>Provides a reusable, visually informative framework for linguistic error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